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1" r:id="rId4"/>
  </p:sldMasterIdLst>
  <p:notesMasterIdLst>
    <p:notesMasterId r:id="rId7"/>
  </p:notesMasterIdLst>
  <p:sldIdLst>
    <p:sldId id="257" r:id="rId5"/>
    <p:sldId id="258" r:id="rId6"/>
  </p:sldIdLst>
  <p:sldSz cx="12192000" cy="6858000"/>
  <p:notesSz cx="6858000" cy="9144000"/>
  <p:embeddedFontLst>
    <p:embeddedFont>
      <p:font typeface="Almoni Neue DL 4.0 AAA" panose="00000500000000000000" pitchFamily="50" charset="-79"/>
      <p:regular r:id="rId8"/>
      <p:bold r:id="rId9"/>
    </p:embeddedFont>
  </p:embeddedFontLst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3A61"/>
    <a:srgbClr val="D03045"/>
    <a:srgbClr val="F0906E"/>
    <a:srgbClr val="E6A7A7"/>
    <a:srgbClr val="CF3045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50" autoAdjust="0"/>
    <p:restoredTop sz="94660"/>
  </p:normalViewPr>
  <p:slideViewPr>
    <p:cSldViewPr snapToGrid="0">
      <p:cViewPr>
        <p:scale>
          <a:sx n="75" d="100"/>
          <a:sy n="75" d="100"/>
        </p:scale>
        <p:origin x="146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3C31A-6236-4224-8F54-8F782FEA70E8}" type="datetimeFigureOut">
              <a:rPr lang="en-IL" smtClean="0"/>
              <a:t>05/17/2026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17707-CAF7-440B-AB01-4EB8B0C8347E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758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396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כותר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508BAD-C826-53F5-4079-7EA0C9561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Almoni Neue DL 4.0 AAA" panose="00000500000000000000" pitchFamily="50" charset="-79"/>
                <a:cs typeface="Almoni Neue DL 4.0 AAA" panose="00000500000000000000" pitchFamily="50" charset="-79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08F01D0-7894-7E17-2593-F33F7E3A3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Almoni Neue DL 4.0 AAA" panose="00000500000000000000" pitchFamily="50" charset="-79"/>
                <a:cs typeface="Almoni Neue DL 4.0 AAA" panose="00000500000000000000" pitchFamily="50" charset="-79"/>
              </a:defRPr>
            </a:lvl1pPr>
            <a:lvl2pPr>
              <a:defRPr>
                <a:latin typeface="Almoni Neue DL 4.0 AAA" panose="00000500000000000000" pitchFamily="50" charset="-79"/>
                <a:cs typeface="Almoni Neue DL 4.0 AAA" panose="00000500000000000000" pitchFamily="50" charset="-79"/>
              </a:defRPr>
            </a:lvl2pPr>
            <a:lvl3pPr>
              <a:defRPr>
                <a:latin typeface="Almoni Neue DL 4.0 AAA" panose="00000500000000000000" pitchFamily="50" charset="-79"/>
                <a:cs typeface="Almoni Neue DL 4.0 AAA" panose="00000500000000000000" pitchFamily="50" charset="-79"/>
              </a:defRPr>
            </a:lvl3pPr>
            <a:lvl4pPr>
              <a:defRPr>
                <a:latin typeface="Almoni Neue DL 4.0 AAA" panose="00000500000000000000" pitchFamily="50" charset="-79"/>
                <a:cs typeface="Almoni Neue DL 4.0 AAA" panose="00000500000000000000" pitchFamily="50" charset="-79"/>
              </a:defRPr>
            </a:lvl4pPr>
            <a:lvl5pPr>
              <a:defRPr>
                <a:latin typeface="Almoni Neue DL 4.0 AAA" panose="00000500000000000000" pitchFamily="50" charset="-79"/>
                <a:cs typeface="Almoni Neue DL 4.0 AAA" panose="00000500000000000000" pitchFamily="50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</p:spTree>
    <p:extLst>
      <p:ext uri="{BB962C8B-B14F-4D97-AF65-F5344CB8AC3E}">
        <p14:creationId xmlns:p14="http://schemas.microsoft.com/office/powerpoint/2010/main" val="2883622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459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584623-A5A2-E75B-6F65-CA6C2648DF47}"/>
              </a:ext>
            </a:extLst>
          </p:cNvPr>
          <p:cNvPicPr/>
          <p:nvPr userDrawn="1"/>
        </p:nvPicPr>
        <p:blipFill rotWithShape="1">
          <a:blip r:embed="rId5"/>
          <a:srcRect l="48670" t="51550" r="37917" b="35451"/>
          <a:stretch/>
        </p:blipFill>
        <p:spPr>
          <a:xfrm rot="10800000">
            <a:off x="5344480" y="485735"/>
            <a:ext cx="6847520" cy="6372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3E1E69-28F0-8EE4-03EB-95C912259BF5}"/>
              </a:ext>
            </a:extLst>
          </p:cNvPr>
          <p:cNvPicPr/>
          <p:nvPr userDrawn="1"/>
        </p:nvPicPr>
        <p:blipFill rotWithShape="1">
          <a:blip r:embed="rId6"/>
          <a:srcRect l="47652" t="47736" r="35381" b="38300"/>
          <a:stretch/>
        </p:blipFill>
        <p:spPr>
          <a:xfrm>
            <a:off x="0" y="-1"/>
            <a:ext cx="7869624" cy="3943755"/>
          </a:xfrm>
          <a:prstGeom prst="rect">
            <a:avLst/>
          </a:prstGeom>
        </p:spPr>
      </p:pic>
      <p:pic>
        <p:nvPicPr>
          <p:cNvPr id="9" name="Picture 8" descr="A logo with red dots on a black background&#10;&#10;Description automatically generated">
            <a:extLst>
              <a:ext uri="{FF2B5EF4-FFF2-40B4-BE49-F238E27FC236}">
                <a16:creationId xmlns:a16="http://schemas.microsoft.com/office/drawing/2014/main" id="{D1D8AFEF-CEC0-6AA8-5082-DF7E4A6E469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270077" y="5329895"/>
            <a:ext cx="1871123" cy="18711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5A07FFC-E95D-F639-FB4C-F0479CE7BB93}"/>
              </a:ext>
            </a:extLst>
          </p:cNvPr>
          <p:cNvSpPr/>
          <p:nvPr userDrawn="1"/>
        </p:nvSpPr>
        <p:spPr>
          <a:xfrm>
            <a:off x="0" y="6705875"/>
            <a:ext cx="12192000" cy="169081"/>
          </a:xfrm>
          <a:prstGeom prst="rect">
            <a:avLst/>
          </a:prstGeom>
          <a:solidFill>
            <a:srgbClr val="2224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dirty="0">
              <a:cs typeface="Almoni Neue DL 4.0 AAA" panose="00000500000000000000" pitchFamily="50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3F4442-9683-D7D2-74E1-39566ED7782F}"/>
              </a:ext>
            </a:extLst>
          </p:cNvPr>
          <p:cNvSpPr txBox="1">
            <a:spLocks/>
          </p:cNvSpPr>
          <p:nvPr userDrawn="1"/>
        </p:nvSpPr>
        <p:spPr>
          <a:xfrm>
            <a:off x="1382338" y="1906330"/>
            <a:ext cx="9427325" cy="304534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endParaRPr lang="he-IL" sz="2000" dirty="0">
              <a:ln w="22225">
                <a:noFill/>
                <a:miter lim="800000"/>
              </a:ln>
              <a:solidFill>
                <a:srgbClr val="212338"/>
              </a:solidFill>
              <a:latin typeface="Almoni Neue DL 4.0 AAA" panose="00000500000000000000" pitchFamily="50" charset="-79"/>
              <a:cs typeface="Almoni Neue DL 4.0 AAA" panose="00000500000000000000" pitchFamily="50" charset="-79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C26E29C-4359-18BB-89BC-72DEC96C657E}"/>
              </a:ext>
            </a:extLst>
          </p:cNvPr>
          <p:cNvSpPr txBox="1">
            <a:spLocks/>
          </p:cNvSpPr>
          <p:nvPr userDrawn="1"/>
        </p:nvSpPr>
        <p:spPr>
          <a:xfrm>
            <a:off x="965200" y="633397"/>
            <a:ext cx="10261600" cy="108385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rtl="1">
              <a:buClr>
                <a:srgbClr val="C00000"/>
              </a:buClr>
              <a:buNone/>
            </a:pPr>
            <a:endParaRPr lang="he-IL" sz="4000" dirty="0">
              <a:solidFill>
                <a:srgbClr val="D03045"/>
              </a:solidFill>
              <a:latin typeface="Almoni Neue DL 4.0 AAA" panose="00000500000000000000" pitchFamily="50" charset="-79"/>
              <a:cs typeface="Almoni Neue DL 4.0 AAA" panose="00000500000000000000" pitchFamily="50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7576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</p:sldLayoutIdLst>
  <p:hf sldNum="0" hdr="0" ftr="0" dt="0"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7E7214-8435-21E9-EBC1-CEA6E2CB1634}"/>
              </a:ext>
            </a:extLst>
          </p:cNvPr>
          <p:cNvSpPr/>
          <p:nvPr/>
        </p:nvSpPr>
        <p:spPr>
          <a:xfrm>
            <a:off x="2540" y="-50800"/>
            <a:ext cx="12189460" cy="6908800"/>
          </a:xfrm>
          <a:prstGeom prst="rect">
            <a:avLst/>
          </a:prstGeom>
          <a:gradFill flip="none" rotWithShape="1">
            <a:gsLst>
              <a:gs pos="100000">
                <a:srgbClr val="F08F70"/>
              </a:gs>
              <a:gs pos="0">
                <a:srgbClr val="CF3045">
                  <a:lumMod val="99966"/>
                  <a:lumOff val="34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rtl="1" eaLnBrk="1" latinLnBrk="0" hangingPunct="1"/>
            <a:endParaRPr lang="he-IL" sz="1800" b="1" dirty="0">
              <a:solidFill>
                <a:schemeClr val="bg1"/>
              </a:solidFill>
              <a:latin typeface="Almoni Neue DL 4.0 AAA" panose="00000500000000000000" pitchFamily="50" charset="-79"/>
              <a:cs typeface="Almoni Neue DL 4.0 AAA" panose="00000500000000000000" pitchFamily="50" charset="-79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1F2CD6-5114-4013-A56B-BB2C6DBCFFE0}"/>
              </a:ext>
            </a:extLst>
          </p:cNvPr>
          <p:cNvSpPr/>
          <p:nvPr/>
        </p:nvSpPr>
        <p:spPr>
          <a:xfrm>
            <a:off x="0" y="5827690"/>
            <a:ext cx="12192000" cy="1030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IL" dirty="0">
              <a:ln>
                <a:solidFill>
                  <a:schemeClr val="bg1"/>
                </a:solidFill>
              </a:ln>
              <a:cs typeface="Almoni Neue DL 4.0 AAA" panose="00000500000000000000" pitchFamily="50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1BAC33-C42E-AA0F-317F-84181F078E1B}"/>
              </a:ext>
            </a:extLst>
          </p:cNvPr>
          <p:cNvSpPr txBox="1"/>
          <p:nvPr/>
        </p:nvSpPr>
        <p:spPr>
          <a:xfrm>
            <a:off x="375916" y="1471667"/>
            <a:ext cx="11428988" cy="18620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 rtl="1" eaLnBrk="1" latinLnBrk="0" hangingPunct="1"/>
            <a:r>
              <a:rPr lang="he-IL" sz="11500" b="1" dirty="0">
                <a:solidFill>
                  <a:schemeClr val="bg1"/>
                </a:solidFill>
                <a:latin typeface="Almoni Neue DL 4.0 AAA" panose="00000500000000000000" pitchFamily="50" charset="-79"/>
                <a:cs typeface="Almoni Neue DL 4.0 AAA" panose="00000500000000000000" pitchFamily="50" charset="-79"/>
              </a:rPr>
              <a:t>שם הלקוח</a:t>
            </a:r>
          </a:p>
        </p:txBody>
      </p:sp>
      <p:pic>
        <p:nvPicPr>
          <p:cNvPr id="7" name="Picture 6" descr="A logo with red dots on a black background&#10;&#10;Description automatically generated">
            <a:extLst>
              <a:ext uri="{FF2B5EF4-FFF2-40B4-BE49-F238E27FC236}">
                <a16:creationId xmlns:a16="http://schemas.microsoft.com/office/drawing/2014/main" id="{0277F6A7-1B5F-D792-E02F-75B865504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88" y="5422646"/>
            <a:ext cx="1864389" cy="1864389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B48F16A-6967-35E9-67B6-3641D6AD2EAF}"/>
              </a:ext>
            </a:extLst>
          </p:cNvPr>
          <p:cNvSpPr txBox="1"/>
          <p:nvPr/>
        </p:nvSpPr>
        <p:spPr>
          <a:xfrm>
            <a:off x="1418084" y="3313246"/>
            <a:ext cx="9358372" cy="11418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00" rtl="1" eaLnBrk="1" latinLnBrk="0" hangingPunct="1">
              <a:lnSpc>
                <a:spcPct val="70000"/>
              </a:lnSpc>
            </a:pPr>
            <a:r>
              <a:rPr lang="he-IL" sz="8800" b="1" dirty="0">
                <a:solidFill>
                  <a:schemeClr val="bg1"/>
                </a:solidFill>
                <a:latin typeface="Almoni Neue DL 4.0 AAA" panose="00000500000000000000" pitchFamily="50" charset="-79"/>
                <a:cs typeface="Almoni Neue DL 4.0 AAA" panose="00000500000000000000" pitchFamily="50" charset="-79"/>
              </a:rPr>
              <a:t>סיכום חודש נובמבר</a:t>
            </a:r>
            <a:endParaRPr lang="he-IL" sz="7200" b="1" dirty="0">
              <a:solidFill>
                <a:schemeClr val="bg1"/>
              </a:solidFill>
              <a:latin typeface="Almoni Neue DL 4.0 AAA" panose="00000500000000000000" pitchFamily="50" charset="-79"/>
              <a:cs typeface="Almoni Neue DL 4.0 AAA" panose="00000500000000000000" pitchFamily="50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4735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C32C886-1EED-0BDB-B3CC-A1CE717FCBA8}"/>
              </a:ext>
            </a:extLst>
          </p:cNvPr>
          <p:cNvSpPr txBox="1"/>
          <p:nvPr/>
        </p:nvSpPr>
        <p:spPr>
          <a:xfrm>
            <a:off x="622300" y="736600"/>
            <a:ext cx="106807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 rtl="1"/>
            <a:r>
              <a:rPr lang="he-IL" sz="4000" b="1" dirty="0">
                <a:latin typeface="Almoni Neue DL 4.0 AAA" panose="00000500000000000000" pitchFamily="50" charset="-79"/>
                <a:cs typeface="Almoni Neue DL 4.0 AAA" panose="00000500000000000000" pitchFamily="50" charset="-79"/>
              </a:rPr>
              <a:t>כותרת האייטם</a:t>
            </a:r>
            <a:endParaRPr lang="LID4096" sz="4000" b="1" dirty="0">
              <a:latin typeface="Almoni Neue DL 4.0 AAA" panose="00000500000000000000" pitchFamily="50" charset="-79"/>
              <a:cs typeface="Almoni Neue DL 4.0 AAA" panose="00000500000000000000" pitchFamily="50" charset="-79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CDEB0C9-B542-6897-A807-921538B54A55}"/>
              </a:ext>
            </a:extLst>
          </p:cNvPr>
          <p:cNvSpPr txBox="1"/>
          <p:nvPr/>
        </p:nvSpPr>
        <p:spPr>
          <a:xfrm>
            <a:off x="508000" y="1535331"/>
            <a:ext cx="1079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 rtl="1"/>
            <a:r>
              <a:rPr lang="he-IL" sz="2200" dirty="0">
                <a:solidFill>
                  <a:srgbClr val="C00000"/>
                </a:solidFill>
                <a:latin typeface="Almoni Neue DL 4.0 AAA" panose="00000500000000000000" pitchFamily="50" charset="-79"/>
                <a:cs typeface="Almoni Neue DL 4.0 AAA" panose="00000500000000000000" pitchFamily="50" charset="-79"/>
              </a:rPr>
              <a:t>תאריך פרסום | כלי תקשורת</a:t>
            </a:r>
            <a:endParaRPr lang="LID4096" sz="2200" dirty="0">
              <a:solidFill>
                <a:srgbClr val="C00000"/>
              </a:solidFill>
              <a:latin typeface="Almoni Neue DL 4.0 AAA" panose="00000500000000000000" pitchFamily="50" charset="-79"/>
              <a:cs typeface="Almoni Neue DL 4.0 AAA" panose="00000500000000000000" pitchFamily="50" charset="-79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68F4D4F-2AE7-E2B6-10C7-16C50131B7EA}"/>
              </a:ext>
            </a:extLst>
          </p:cNvPr>
          <p:cNvSpPr/>
          <p:nvPr/>
        </p:nvSpPr>
        <p:spPr>
          <a:xfrm>
            <a:off x="622300" y="2362200"/>
            <a:ext cx="5181600" cy="360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תמונה 1</a:t>
            </a:r>
            <a:endParaRPr lang="LID4096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75AC0F1-1518-7E73-05F8-7D4F7F4491BC}"/>
              </a:ext>
            </a:extLst>
          </p:cNvPr>
          <p:cNvSpPr txBox="1"/>
          <p:nvPr/>
        </p:nvSpPr>
        <p:spPr>
          <a:xfrm>
            <a:off x="622300" y="6247944"/>
            <a:ext cx="90932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he-IL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lmoni Neue DL 4.0 AAA" panose="00000500000000000000" pitchFamily="50" charset="-79"/>
                <a:cs typeface="Almoni Neue DL 4.0 AAA" panose="00000500000000000000" pitchFamily="50" charset="-79"/>
              </a:rPr>
              <a:t>קישור (מיושר משמאל לימין)</a:t>
            </a:r>
            <a:endParaRPr lang="LID4096" sz="1100" dirty="0">
              <a:solidFill>
                <a:schemeClr val="tx1">
                  <a:lumMod val="75000"/>
                  <a:lumOff val="25000"/>
                </a:schemeClr>
              </a:solidFill>
              <a:latin typeface="Almoni Neue DL 4.0 AAA" panose="00000500000000000000" pitchFamily="50" charset="-79"/>
              <a:cs typeface="Almoni Neue DL 4.0 AAA" panose="00000500000000000000" pitchFamily="50" charset="-79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5CD4943-0A34-8D52-E272-8392AA272A8E}"/>
              </a:ext>
            </a:extLst>
          </p:cNvPr>
          <p:cNvSpPr/>
          <p:nvPr/>
        </p:nvSpPr>
        <p:spPr>
          <a:xfrm>
            <a:off x="5962650" y="2362200"/>
            <a:ext cx="216535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תמונה 2 (אם יש... אם אין, אל תכניס כלום)</a:t>
            </a:r>
            <a:endParaRPr lang="LID4096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B4F11ED7-4E1B-AF31-0B59-403465528B96}"/>
              </a:ext>
            </a:extLst>
          </p:cNvPr>
          <p:cNvSpPr/>
          <p:nvPr/>
        </p:nvSpPr>
        <p:spPr>
          <a:xfrm>
            <a:off x="5962650" y="4254500"/>
            <a:ext cx="2165350" cy="1714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תמונה 3 (אם יש... אם אין, אל תכניס כלום)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62554248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התאמה אישית 1">
      <a:majorFont>
        <a:latin typeface="Aptos Display"/>
        <a:ea typeface=""/>
        <a:cs typeface="Almoni Neue Regular AAA"/>
      </a:majorFont>
      <a:minorFont>
        <a:latin typeface="Aptos"/>
        <a:ea typeface=""/>
        <a:cs typeface="Almoni Neue Regular AA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22724309D8AB1C48ACB40E07D8719C5D" ma:contentTypeVersion="16" ma:contentTypeDescription="צור מסמך חדש." ma:contentTypeScope="" ma:versionID="3e169079092f3e59f4b727f4b9388c12">
  <xsd:schema xmlns:xsd="http://www.w3.org/2001/XMLSchema" xmlns:xs="http://www.w3.org/2001/XMLSchema" xmlns:p="http://schemas.microsoft.com/office/2006/metadata/properties" xmlns:ns3="384ea92d-3fc2-4b9c-8a0c-1f18d5e22553" xmlns:ns4="84e8f827-7598-46d3-b3bb-2d4771860a82" targetNamespace="http://schemas.microsoft.com/office/2006/metadata/properties" ma:root="true" ma:fieldsID="914337bf25ca9b30e4c945f6d34dead5" ns3:_="" ns4:_="">
    <xsd:import namespace="384ea92d-3fc2-4b9c-8a0c-1f18d5e22553"/>
    <xsd:import namespace="84e8f827-7598-46d3-b3bb-2d4771860a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ea92d-3fc2-4b9c-8a0c-1f18d5e2255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משותף עם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משותף עם פרטים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של רמז לשיתוף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e8f827-7598-46d3-b3bb-2d4771860a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e8f827-7598-46d3-b3bb-2d4771860a8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C9CBA-C172-4A79-BF2C-6C324B61E2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4ea92d-3fc2-4b9c-8a0c-1f18d5e22553"/>
    <ds:schemaRef ds:uri="84e8f827-7598-46d3-b3bb-2d4771860a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A978DC-BA91-4A4D-9954-3257A3B725AC}">
  <ds:schemaRefs>
    <ds:schemaRef ds:uri="384ea92d-3fc2-4b9c-8a0c-1f18d5e22553"/>
    <ds:schemaRef ds:uri="http://purl.org/dc/terms/"/>
    <ds:schemaRef ds:uri="84e8f827-7598-46d3-b3bb-2d4771860a82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329F92-A40F-4FE6-BBF4-644D1BED6F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1804</TotalTime>
  <Words>46</Words>
  <Application>Microsoft Office PowerPoint</Application>
  <PresentationFormat>מסך רחב</PresentationFormat>
  <Paragraphs>8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Almoni Neue DL 4.0 AAA</vt:lpstr>
      <vt:lpstr>Aptos</vt:lpstr>
      <vt:lpstr>Arial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Furer</dc:creator>
  <cp:lastModifiedBy>Noam Furer</cp:lastModifiedBy>
  <cp:revision>155</cp:revision>
  <dcterms:created xsi:type="dcterms:W3CDTF">2024-02-13T13:08:02Z</dcterms:created>
  <dcterms:modified xsi:type="dcterms:W3CDTF">2026-05-17T13:14:33Z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0x01010022724309D8AB1C48ACB40E07D8719C5D</vt:lpwstr>
  </property>
</Properties>
</file>